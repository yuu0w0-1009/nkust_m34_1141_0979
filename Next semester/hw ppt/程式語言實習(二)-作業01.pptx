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77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7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0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1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3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4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9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9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2D32-B471-43CD-836D-A15BE717DBF4}" type="datetimeFigureOut">
              <a:rPr lang="zh-TW" altLang="en-US" smtClean="0"/>
              <a:t>2025/2/27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10226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請實作一程式，一開始會要求使用者輸入一非負整數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，接著程式會建立出一視窗，並在上面印出第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到第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層之的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pascal triangle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。在第</a:t>
            </a:r>
            <a:r>
              <a:rPr lang="en-US" altLang="zh-TW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層中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(0&lt;=</a:t>
            </a:r>
            <a:r>
              <a:rPr lang="en-US" altLang="zh-TW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&lt;=N)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，共有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i+1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個數字</a:t>
            </a:r>
            <a:r>
              <a:rPr lang="zh-TW" altLang="en-US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，其中第</a:t>
            </a:r>
            <a:r>
              <a:rPr lang="en-US" altLang="zh-TW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j</a:t>
            </a:r>
            <a:r>
              <a:rPr lang="zh-TW" altLang="en-US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(0&lt;=j&lt;=</a:t>
            </a:r>
            <a:r>
              <a:rPr lang="en-US" altLang="zh-TW" dirty="0" err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個數字是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請注意：印出的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pascal triangle</a:t>
            </a:r>
            <a:r>
              <a:rPr lang="zh-TW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若沒有以正三角形的方式呈現會扣分。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0644B03-6D79-4DFB-A037-0262A05052BF}"/>
                  </a:ext>
                </a:extLst>
              </p:cNvPr>
              <p:cNvSpPr txBox="1"/>
              <p:nvPr/>
            </p:nvSpPr>
            <p:spPr>
              <a:xfrm>
                <a:off x="1609077" y="3429000"/>
                <a:ext cx="6094520" cy="76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sz="2800" b="0" i="0" smtClean="0">
                        <a:latin typeface="Cambria Math" panose="020405030504060302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! 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  <a:cs typeface="Times New Roman" panose="020206030504050203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0644B03-6D79-4DFB-A037-0262A0505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077" y="3429000"/>
                <a:ext cx="6094520" cy="7679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範例說明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737082" y="1690688"/>
            <a:ext cx="4664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BA1C47-C99E-4A24-9749-79A4AA66A317}"/>
              </a:ext>
            </a:extLst>
          </p:cNvPr>
          <p:cNvSpPr txBox="1"/>
          <p:nvPr/>
        </p:nvSpPr>
        <p:spPr>
          <a:xfrm>
            <a:off x="5852099" y="1690688"/>
            <a:ext cx="466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輸出結果：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0CFCB9-E65E-42C6-918D-B5ACE717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007" y="2152353"/>
            <a:ext cx="26384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104</Words>
  <Application>Microsoft Office PowerPoint</Application>
  <PresentationFormat>寬螢幕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作業說明</vt:lpstr>
      <vt:lpstr>範例說明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作業01</dc:title>
  <dc:creator>user</dc:creator>
  <cp:lastModifiedBy>lbh</cp:lastModifiedBy>
  <cp:revision>23</cp:revision>
  <dcterms:created xsi:type="dcterms:W3CDTF">2021-07-09T04:51:52Z</dcterms:created>
  <dcterms:modified xsi:type="dcterms:W3CDTF">2025-02-27T06:23:53Z</dcterms:modified>
</cp:coreProperties>
</file>